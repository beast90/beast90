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84.xml"/><Relationship Id="rId93" Type="http://schemas.openxmlformats.org/officeDocument/2006/relationships/slide" Target="slides/slide8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대신하는 기준 [추정].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3-1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6장.
메가는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연동 통합본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v0.17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카드 관리 — 기획 · 개발 · 결제대행사 공통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2026-10-22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수단(같은 CI면 기존 계정으로 로그인)과 거래번호 2종(인증 transNo · 결제 tid)을 기준으로 동작합니다.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3~9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무엇을 바꾸고 누가 무엇을 만드는지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구조, 구성 요소, 개발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22~28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Flipbook(2026-09-30) 화면 1_1 · 1_2 · 2 · 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동작과 연동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29~41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42~54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관리의 흐름도와 송수신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55~60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실패의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65~73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 · 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74~78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 · 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언제까지 무엇을 정하나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79~85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연동이 무엇을 바꾸고 누가 무엇을 만드는지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앱 구조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화면별 구분과 연동 관계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구성 요소와 개발 주체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유스케이스 6개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구조는 확정됐고, 착수 전에는 pgType의 CJ ONS 추가와 응답 개인정보 처리를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주문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결제대행사 구분값(pgType)에 CJ ONS를 추가해야 승인 등록이 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응답의 gender · email · di(계약 제외 항목)는 저장하지 않습니다</a:t>
                      </a:r>
                      <a:endParaRPr lang="en-US" sz="14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Native → Webview → 메가MGC커피 서버 → 핏콜라보 서버 → 결제대행사 순으로 거래번호와 승인 정보가 오갑니다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3개 영역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· 미결을, 개발은 연동 구조 · 처리 흐름을, 결제대행사는 승인 등록 방식을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40289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정책(10~21) · 화면(22~28)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미결(74~78)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5가지와 화면 요소별 동작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·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구조(29~41)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흐름(42~54)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 · 브릿지 페이지 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화면(22~28)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구조(29~41)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예외(55~60)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 앱카드 선택, 결제 버튼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— 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정책(10~21) · API(29~41)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흐름(42~54)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예외(55~60)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token(인증 토큰) · reqToken(결제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토큰) 보관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정산(61~64)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예외(55~60)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뒤 승인 등록을 받는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메가MGC커피 서버 담당은 29~60장(API · 처리 흐름 · 예외)을 먼저 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7곳에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83133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46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92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0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버튼을 더하고, 버튼이 브릿지 페이지를 엽니다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주문이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주문하기(사전예약)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샌드위치 같은 구조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결제일 때 이 화면 위에 인증 모듈이 뜹니다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취소별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9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페이지로 가는 진입을 더합니다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</a:t>
            </a: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5개, </a:t>
            </a:r>
            <a:r>
              <a:rPr lang="ko-KR" alt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4927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선택에 앱카드 버튼을 두고 카드사 앱을 열며,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열며, 인증 모듈 호출을 준비합니다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모듈을 띄우고, 결과 코드를 받아 출처를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동의하면 카드사 앱 인증을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본인 카드를 인증한 뒤 메가MGC커피 앱으로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 확인 · 주문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처리를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 대행 · 결제대행사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등록을 맡습니다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앱카드를 조회 · 등록 · 삭제하고, 닫으면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메가퀵결제로 돌아옵니다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등록을 받고 정산합니다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돌아갑니다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— (앱 안 이동)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이동합니다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처리합니다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취소합니다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>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36장, 기능별 호출 순서는 43~54장(처리 흐름)에서 확인합니다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만 14세 미만 가입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거래번호 · 토큰 원칙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결제 정책 — 판단 · 경로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 — 결과 · 정산 · 취소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카드사 9곳 코드 · 앱 등록값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관리 정책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개인정보 별표2 대조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85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현행 시스템 연결 ① 회원 · 로그인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현행 시스템 연결 ② 주문 · 결제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11924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앱카드 회원으로 가입시키고, KCP 본인인증 없이 앱카드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CI를 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가입한 계정이 있으면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회원이 다른 수단으로 들어와도 같은 CI면 그 계정으로 로그인시킵니다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지킵니다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가입할 때 본인인증 화면에서 앱카드 인증을 고를 수 있게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가입을 처리합니다(12장)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가입시킵니다(13장)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b="1" dirty="0" err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거래번호는 Webview로, 토큰은 메가MGC커피 서버에만 두는 것이며, 토큰을 URL이나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412521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① 응답으로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②로 발급받습니다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② 응답으로 받아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로그인 인증 결과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조회로 받아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 발급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②, 카드관리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6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고정 IP를 쓸 수 없을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 핏콜라보에서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않습니다.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85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판단 · 경로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5150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 payType(카드 구분) · acntId(간편결제 계정 ID)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 · CI를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 N(인증 뒤 승인)으로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돌려줍니다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화면 3종(메가오더 · 함께오더 공용, 퀵오더, 사전예약)은 결제 경로 1개를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사전예약 폐기 취소도 같은 승인 취소 흐름을 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씁니다(Flipbook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보여 주고, 카드사 목록 조회 API는 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 — 결과 · 정산 · 취소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2951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전체 취소만 요청하고, 부분 취소는 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기간 제한은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결제의 확인 방식은 밀어서 결제로 통일합니다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앱카드로 로그인 인증을 하면 그 카드가 결제 계정으로 자동 등록돼 첫 결제부터 원클릭이 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 자동 등록에 대한 고객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9782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5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않습니다.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 [확인필요(핏콜라보): 공지 방식].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 데이터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적재(insSessionData.mv)로 sessionKey(세션 키)를 받고 Webview가 카드관리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페이지로 이동합니다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줍니다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 등록합니다(앱카드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지정 · 약관 재표시 · 해지 [확인필요(법무팀): 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85064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5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 즉시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파기합니다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카드 관리 API에 회원번호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주문자 이름을 보내지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5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생년(4자리) · 내외국인을 받습니다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DX팀 합의로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뺐습니다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gender(필수)와 email(선택)이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들어옵니다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 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14세 판정에만 쓰고, 생년 4자리만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저장합니다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않습니다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흐름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CI만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위탁하고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핏콜라보가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돌려주는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5항목만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저장합니다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 연결(구조 개선)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적용(12장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 · refreshApi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 재사용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requestAuth · hasBio는 안 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CJ ONS가 현행 구조를 보고 확정합니다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85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2802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4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 승인번호 · 일시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tid와 pgTno 두 값의 저장 위치 결정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 신용카드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간편결제, 다음 주문 결제수단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 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 때 결제수단별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(CJ ONS · 마케팅1팀)]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메가MGC커피 서버의 주문 금액으로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85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Flipbook(2026-09-30) 화면 1_1 · 1_2 · 2 · 3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화면 1_1 → 1_2 로그인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  화면 2 결제수단 목록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2 밀어서 결제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3 주문서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주문하기 화면 3종 적용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39843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3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 브릿지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열고,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안의 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0003(취소)을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보내면, 공통 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컴포넌트가 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돌아갑니다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이동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가로채 열고, Android는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때 포커스를 전달합니다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바텀시트는 앱카드 계정 → 카드사 선택 → 다른 결제수단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&gt; 카드사 선택 &gt; 변경하기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순서입니다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순이고, 처음 진입하면 첫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선택됩니다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진입 때 계정 목록 조회 ①을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 번호를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주고, 계정이 없으면 숨깁니다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펼쳐집니다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닫힙니다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이동합니다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85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②(requestTid.mv)를 부릅니다(payType 0)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부릅니다(payType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③(reqAuthDataPay.mv) · 승인 ④로 이어집니다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시점부터 인증 모듈 표시 또는 승인 응답까지 버튼을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 100에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닿으면 결제를 시작합니다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85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288746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유지됩니다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앱카드 계정 → 메가퀵결제 계정 → 카드사 선택 → 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빠른결제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씁니다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 아닙니다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 펼쳐집니다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바꿉니다.</a:t>
            </a:r>
            <a:endParaRPr lang="ko-KR" sz="1050" dirty="0"/>
          </a:p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3 카드 표기는 앱카드 퀵결제, 화면 2 정의는 앱카드 빠른결제 계정이라 노출 명칭을 맞춰야 합니다 [확인필요(마케팅1팀)].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주문하기 화면 3종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 화면 3종은 결제수단에 앱카드를 더하는 일만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주문하기 화면은 같은 결제 경로를 쓰므로, 주문 유형마다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연동할 것은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유형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결제, 등록 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· 단건 주문이 같은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결제, 등록 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결제, 등록 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화면(화면 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사전예약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샌드위치 픽업예약 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포함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[확인필요(CJ ONS)]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9135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9182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사전예약의 현행 결제수단은 CJ ONS 자료 두 곳에서 다르게 적혀 있어 확인이 필요합니다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551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4551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경로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세 주문하기 화면이 같은 결제수단 목록과 결제 경로를 씁니다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91236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 3종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메가오더 · 퀵오더 · 사전예약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21024" y="491236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결제수단 목록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계정 · 카드사 선택 추가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28816" y="49123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서버가 요청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36608" y="49123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authYN에 따라 원클릭 · 인증 결제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88920" y="52141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96712" y="52141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04504" y="52141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주문번호 · tid(결제 거래번호)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approvalNo(승인번호) · pgTno(결제대행사 거래번호)를 함께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줍니다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매장이 취소합니다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사전예약을 폐기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앱카드 결제도 현행 상태를 그대로 쓰고, 취소는 승인 취소 ⑤로 처리합니다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85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결제 API 키값 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object/iframe으로 띄우고, 주소의 #/ 뒤에 호출값을 붙입니다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남고, 같은 화면에 인증 모듈을 두 번 만들지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주소에서 온 결과만 처리하고, 리스너는 띄울 때 등록 · 닫을 때 해제합니다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돌아갑니다(로그인은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컴포넌트가 인증 모듈에 전달합니다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처리가 없습니다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버튼으로 브릿지 페이지 열기, 카드사 앱 주소 가로채기 · 실행(없으면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복귀 알림만 하고, 인증 처리 로직은 Native에 두지 않습니다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85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0000일 때만 메가MGC커피 서버가 확정합니다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3711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 transNo(로그인) 또는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tid(결제)를 발급받습니다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 이동하지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04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카드사 앱에서 돌아오면 현재 Webview의 nativeFocusHandler를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부릅니다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 조회 ·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승인을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토큰을 받아 홈 또는 주문으로, 결제는 주문 결과로 이동합니다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바꿉니다.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13410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 메가MGC커피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인증 거래번호 발급 ①(reqTransNo.mv)로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서버가 받은 값을 그대로 넣고 5분 안에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값입니다(1 iOS Web · 2 iOS App · 3 AOS Web · 4 AOS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보입니다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 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보여 줍니다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않습니다(고객이 인증 모듈에서 카드사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N입니다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줍니다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6179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같은 값(하이브리드 Webview 값 확인 필요)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85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 받아 화면 2 ·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3의 1a에 보입니다.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받습니다.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95478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resultMessage(카드사 앱 미인증, 유효기간 만료 카드 등)를 안내합니다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전달됩니다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가로챕니다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Android는 shouldOverrideUrlLoading, iOS는 decidePolicyFor에서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카드사 앱 주소를 외부 앱으로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 Play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스토어를 엽니다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추가합니다 [확인필요(CJ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알립니다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 보내지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 않습니다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없습니다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없습니다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감지합니다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조회합니다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엽니다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85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번호와 토큰을 받습니다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 · 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 1회용,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받습니다(인증 후 3분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② 응답의 gender(성별) · email(이메일)은 계약 제공 항목이 아니므로 메가MGC커피 서버가 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85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731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 acntId(간편결제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계정 ID) · 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86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 거래번호와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필요 여부를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goodsName(상품명)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 · instType(할부 구분)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installment(할부 개월)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 · isOneclick(원클릭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여부) · payType(카드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 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 인증이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계정 ID를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85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869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orderNo(주문번호) · 세액 항목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 · userNo(간편결제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회원번호) · 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mid(결제대행사 가맹점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 type(취소 구분,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 · 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85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CI입니다.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않습니다.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결제대행사 거래번호(pgTno)와 취소 거래번호(cancelTid · cancelPgTno)도 별개 값이며, 인증 모듈 2.1.2 결과 코드 표에 1200이 없는지 핏콜라보가 확인해야 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보냅니다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서버와 핏콜라보 서버는 HTTPS(TLS 1.2 이상)로 통신합니다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합니다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승인 요청과 승인 취소의 응답을 30초~1분 기다립니다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판정(12장)을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12장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85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0966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 storeId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transType(L)을 보내 transNo · token을 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 token은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 인증 모듈이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 1200은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 다르면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 · name · phoneNo · 생년 · nation만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저장하고, 생년월일은 만 14세 판정에만 씁니다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 계정으로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로그인시키고, 없으면 가입 판정(12장)을 거쳐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85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누릅니다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흐름(앞 장)과 같은 순서로 앱카드 로그인을 진행합니다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돌아갑니다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앱은 로그인 완료 화면 대신 원래 주문하기 화면을 열고 결제를 이어 갑니다</a:t>
            </a:r>
            <a:endParaRPr lang="ko-KR" sz="1200" dirty="0"/>
          </a:p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앱은 로그인 중에도 주문 정보를 유지해야 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씁니다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CI로 계정 목록을 조회하고 원클릭 조건을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합니다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기능이 없으면 CJ ONS가 앱 · 웹에 새로 만들어야 합니다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앱 · 웹에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승인을 다시 부르지 않고 거래 상태 조회(결제 ⑥)로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0(기존, 계정 ID 포함) 또는 1(신규, 카드사 코드)을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요청하는 순간부터 결제 버튼을 잠급니다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tid · amount · orderNo · payType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termYN=N입니다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 없으면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 ⑥을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 승인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⑤를 부릅니다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85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643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 ID는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 acntId · userNo를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 실패하면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취소합니다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 목록에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맞지 않으면 별도 안내 없이 인증 화면이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3133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 보여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줍니다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 Webview에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띄웁니다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5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앱은 포커스로 복귀를 알립니다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7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더합니다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같습니다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상담 취소와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85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100317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엽니다(iframe 아님)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앱은 결제와 같은 처리를 씁니다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결제 · 취소 예외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후 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resultMessage로 다시 시도를 안내합니다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사유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돌아갑니다(로그인은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조용히 복귀 또는 취소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인증정보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reqTransNo부터 다시 시작합니다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인증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때와 다른 token을 보냈으므로 거래번호 발급부터 다시 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승인을 요청하지 않습니다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시도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0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결제정보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보냅니다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체크카드는 일시불만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다시 부르지 않고</a:t>
                      </a: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30초~1분 기다린 뒤 reqCondition으로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 확인 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8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카드사 반영 시점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않아 받은 tid 그대로 인증 모듈을 띄웁니다(재발급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 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바로 성공으로 처리하지 않고 거래 상태 조회로 cancelState를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기취소면 안내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4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기취소(A009)나 취소 불가(A020 · A057)이므로 응답 사유를 확인합니다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완료 또는 고객센터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2580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 결과를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 cancelState를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값을 다시 보내 결과를 다시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602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6870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2240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2240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승인은 다시 부르지 않고 거래 상태 조회로 결과를 확정합니다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681220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68122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68122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77266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498297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92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 두 번 만들지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앱은 focus(true)만, 복귀 1회에 한 번만 보냅니다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주소에서 왔고 결과 코드가 있는 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 남기지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 · 슬라이더는 실행 뒤 잠그고, 성공 · 실패가 확정되면 다시 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1300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 인증 모듈의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 결과로 처리했습니다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잠급니다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 응답이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없던 건은 거래 상태 조회로 정리합니다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결제 흐름의 세 지점에서 기본 처리로 사고를 막습니다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0448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연동 방식 회신 대기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승인 등록을 받는 연동 하나로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495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만듭니다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네 값은 생기는 곳이 달라 메가MGC커피 서버가 함께 모아 저장합니다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 CJ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ONS(OnePG)가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 만드는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 개발이 필요할 수 있으나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[추정], 지금 어느 공수 문서에도 없습니다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추가와 승인 등록 연동 방식(회신 대기 1순위)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OnePG 쪽 중계 API를 만들어야 하는지와 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핏콜라보가 CJ ONS를 추가하면 현행 정산 구조를 그대로 씁니다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작업 매트릭스 — 메가MGC커피 서버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작업 매트릭스 — 앱 · 웹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메가MGC커피 서버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결제수단 코드 반영과 취소 경로 연결은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공수 검토의견에 빠져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099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 서버 보관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12 · 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상담 · 사전예약 폐기)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대조(20 · 21장)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 — 앱 · 웹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 · 주문서 결제수단 UI(주문하기 3종)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971032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가로채기나 주문 복귀 기능이 없으면 앱 작업이 늘어납니다.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3건은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49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연결 구조 개선 범위 ·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·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 3종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사전예약 결제수단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v1.0.4, 회원 탈퇴 때 계정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문서에는 B.O 화면과 GA4 이벤트 정의가 없으므로, 확정된 것은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반영과 로그 기준뿐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6165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조회가 앱카드 결제수단과 승인번호 · tid · pgTno를 보여 줘야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정의 [확인필요(마케팅1팀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5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연결합니다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 결과(정상 · 취소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실패)를 기록합니다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[확인필요(CJ ONS)]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3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가립니다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남깁니다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 · 가맹점 번호를 주면 핏콜라보가 storeId를 발급합니다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알립니다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 호스트 · 인증 모듈 주소 · 출처 검증 값을 설정값으로 둡니다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카드관리페이지 API 규격서 v1.0.4를 받습니다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  가맹점 ID와 방화벽이 열려야 스테이징 테스트를 시작할 수 있습니다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08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주문하기 화면 3종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취소합니다.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 서버 호스트, 인증 모듈 주소, 메시지 출처 검증 값이 스테이징 값에서 운영 값으로 바뀌었는지 확인합니다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메가MGC커피 서버 공인 IP가 등록되고 운영 방화벽이 열렸는지 확인합니다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운영 가맹점 ID와 결제대행사 정보(pgType · 가맹점 번호)가 운영 값인지 확인합니다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금액과 주문 금액이 같은지, 승인 응답을 못 받은 건 정리가 동작하는지 확인합니다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인증 모듈 → 카드사 앱 이동 · 인증 → 앱 복귀 → 로그인 · 결제 완료까지의 영상이나 캡처를 냅니다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심사 정보에 영상 · 캡처를 붙이고, 국내 카드사 앱 본인 인증이라 직접 확인할 수 없다고 메모에 적습니다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 액세스 설명에 같은 내용을 적고 영상은 링크로 넣습니다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앱카드가 아닌 방식으로 로그인할 수 있는 심사용 계정을 함께 냅니다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85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 · 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정책 기준 5가지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핏콜라보 회신 대기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CJ ONS 확인 12건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   법무 확인 7건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정책 기준 5가지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로그인 유지 · 본인인증 · 결제 확인 · 회원 정책 기준입니다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5가지는 모두 확정된 개발 기준이며, 핏콜라보 확인이 남은 항목은 없습니다.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16268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모듈에 메가MGC커피 약관을 넣지 않음(storeTermYN 미사용, termYN=N)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 토큰 인증 API 미사용)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가입 때 본인인증 화면에서 앱카드 인증을 고를 수 있게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결제는 </a:t>
                      </a:r>
                      <a:r>
                        <a:rPr lang="en-US" sz="13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결제로 확인</a:t>
                      </a: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(생체인증 · 비밀번호 미적용)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424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판정을 거침(12장)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가입(13장)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29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CI 단독 조회 때 CI 보관 방식,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7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회원 탈퇴 때 앱카드 계정 처리, 고객의 앱카드 해지 방법, 하이브리드 Webview의 deviceType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작업 범위가 달라지므로,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공수 재산정 전에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받습니다.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80556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사전예약 결제수단(일반 결제만인지, 간편결제 포함인지)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사전예약 주문하기 화면의 결제수단 구성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만듭니다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결제대행사 중계 API 구현이 필요한지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작업 범위와 공수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작업의 실행 간격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거래가 정리되기까지 걸리는 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금액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금액권 · 선불카드와 앱카드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 공수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화면에 앱카드 인증을 넣는 작업량(공수 재산정에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생략 · 가입 판정에 앱카드 인증 값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스탬프 · 휴대폰번호 · 만 14세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3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미결 · 확인 필요 · 법무 확인 7건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7가지를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32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계정을 CI로만 조회할 때 핏콜라보 CI 보관과 계약 별표2(즉시 파기)의 정합성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간편결제 6.2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CI로 본인인증을 갈음할 근거(본인확인기관 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정보통신망법 제23조의3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제22조의2 ·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85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통합 프로세스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사전예약 결제수단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481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결제는 CI만 전송,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사전예약 결제수단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백로그: 간편결제 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사전예약 결제수단은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답변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있어야 개발을 시작할 수 있습니다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2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 브릿지 페이지 · 본인인증 · 약관 · 주문하기 · 주문 결과 · 메가퀵결제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해당합니다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띄웁니다(메가MGC커피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스크립트입니다(메가MGC커피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메가MGC커피의 현행 결제대행사 등록 간편결제이며, 전체메뉴 &gt; 결제에서 관리합니다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12장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85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133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7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 메가MGC커피 서버만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 보관합니다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카드입니다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필요합니다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85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판정(12장)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않습니다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85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부릅니다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36장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앱카드를 연결합니다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돌려보냅니다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띄웁니다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동의(13장)를 받은 뒤 가입시킵니다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인증합니다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켜집니다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제22조의2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저장합니다(CI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도달 ·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파기합니다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처리합니다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85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 아동 정보는 저장하지 않고, 보호자 본인인증이 끝나야 동의를 받습니다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